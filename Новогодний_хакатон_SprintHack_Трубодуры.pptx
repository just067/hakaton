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77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2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0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50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0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7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8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01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559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7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5992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10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41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82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3FC2139-F41C-4225-86BC-F97B1451A8F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F90E97-C13A-41A0-A8A3-D71DF133A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59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85BFE-90E9-19B2-2137-FA5E5421F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4705" y="717884"/>
            <a:ext cx="7082589" cy="1909763"/>
          </a:xfrm>
        </p:spPr>
        <p:txBody>
          <a:bodyPr/>
          <a:lstStyle/>
          <a:p>
            <a:r>
              <a:rPr lang="ru-RU" dirty="0"/>
              <a:t>Новогодний </a:t>
            </a:r>
            <a:r>
              <a:rPr lang="ru-RU" dirty="0" err="1"/>
              <a:t>хакатон</a:t>
            </a:r>
            <a:r>
              <a:rPr lang="ru-RU" dirty="0"/>
              <a:t> </a:t>
            </a:r>
            <a:r>
              <a:rPr lang="en-US" dirty="0" err="1"/>
              <a:t>SprintHack</a:t>
            </a:r>
            <a:r>
              <a:rPr lang="en-US" dirty="0"/>
              <a:t>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CFC95E-3D7E-B885-D2DC-90BDAFE19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6" y="3501775"/>
            <a:ext cx="11943347" cy="3356225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Создание программной системы для расчёта оптимального количества базовых станций (БС) для компании ТНС.</a:t>
            </a:r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b="1" dirty="0"/>
              <a:t>Команда Тромбон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5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3D6B44-5284-53A9-1EB3-80E7D099B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52" y="0"/>
            <a:ext cx="11237495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Задачи и язык программирования для реализации.</a:t>
            </a:r>
            <a:endParaRPr lang="en-US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4DDE4E-DA07-AB98-4EBF-40A034195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0767"/>
            <a:ext cx="10515600" cy="51172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b="1" dirty="0"/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/>
              <a:t>Разработать математическую модель расчёта БС.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/>
              <a:t>Учесть тип застройки  района (плотная/средняя/сельская).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/>
              <a:t>Интегрировать показатель </a:t>
            </a:r>
            <a:r>
              <a:rPr lang="ru-RU" sz="2400" b="1" dirty="0" err="1"/>
              <a:t>хэндовера</a:t>
            </a:r>
            <a:r>
              <a:rPr lang="ru-RU" sz="2400" b="1" dirty="0"/>
              <a:t> (качество обслуживания).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/>
              <a:t>Обеспечить валидацию входных данных.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/>
              <a:t>Создать модульную и тестируемую систему.</a:t>
            </a:r>
          </a:p>
          <a:p>
            <a:pPr marL="0" indent="0">
              <a:buNone/>
            </a:pPr>
            <a:endParaRPr lang="ru-RU" sz="2400" b="1" dirty="0"/>
          </a:p>
          <a:p>
            <a:pPr marL="0" indent="0">
              <a:buNone/>
            </a:pPr>
            <a:endParaRPr lang="ru-RU" sz="2400" b="1" dirty="0"/>
          </a:p>
          <a:p>
            <a:pPr marL="0" indent="0">
              <a:buNone/>
            </a:pPr>
            <a:endParaRPr lang="ru-RU" sz="2400" b="1" dirty="0"/>
          </a:p>
          <a:p>
            <a:pPr marL="0" indent="0">
              <a:buNone/>
            </a:pPr>
            <a:r>
              <a:rPr lang="ru-RU" sz="2400" b="1" dirty="0"/>
              <a:t>Выбранный язык для реализации поставленных задач: </a:t>
            </a:r>
            <a:r>
              <a:rPr lang="en-US" sz="2400" b="1" dirty="0"/>
              <a:t>C++.</a:t>
            </a:r>
            <a:endParaRPr lang="ru-RU" sz="24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78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F77863-53BF-F55B-1361-BBC23C71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48" y="74278"/>
            <a:ext cx="10515600" cy="1325563"/>
          </a:xfrm>
        </p:spPr>
        <p:txBody>
          <a:bodyPr/>
          <a:lstStyle/>
          <a:p>
            <a:r>
              <a:rPr lang="ru-RU" b="1" dirty="0"/>
              <a:t>Реализованные классы: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FA871-740C-1A4A-1FD4-94068EA92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48" y="1379622"/>
            <a:ext cx="5297906" cy="511325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1900" b="1" i="1" dirty="0" err="1">
                <a:solidFill>
                  <a:schemeClr val="tx1"/>
                </a:solidFill>
              </a:rPr>
              <a:t>District</a:t>
            </a:r>
            <a:r>
              <a:rPr lang="ru-RU" sz="1900" b="1" i="1" dirty="0">
                <a:solidFill>
                  <a:schemeClr val="tx1"/>
                </a:solidFill>
              </a:rPr>
              <a:t> (Район):</a:t>
            </a:r>
          </a:p>
          <a:p>
            <a:r>
              <a:rPr lang="ru-RU" sz="1900" dirty="0">
                <a:solidFill>
                  <a:schemeClr val="tx1"/>
                </a:solidFill>
              </a:rPr>
              <a:t>Хранение данных о районе (ID, название, площадь, тип застройки).</a:t>
            </a:r>
          </a:p>
          <a:p>
            <a:r>
              <a:rPr lang="ru-RU" sz="1900" dirty="0">
                <a:solidFill>
                  <a:schemeClr val="tx1"/>
                </a:solidFill>
              </a:rPr>
              <a:t>Автоматический расчёт коэффициента K.</a:t>
            </a:r>
          </a:p>
          <a:p>
            <a:pPr marL="0" indent="0">
              <a:buNone/>
            </a:pPr>
            <a:endParaRPr lang="ru-RU" sz="1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900" b="1" i="1" dirty="0" err="1">
                <a:solidFill>
                  <a:schemeClr val="tx1"/>
                </a:solidFill>
              </a:rPr>
              <a:t>BaseStation</a:t>
            </a:r>
            <a:r>
              <a:rPr lang="ru-RU" sz="1900" b="1" i="1" dirty="0">
                <a:solidFill>
                  <a:schemeClr val="tx1"/>
                </a:solidFill>
              </a:rPr>
              <a:t> (Базовая станция):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>
                <a:solidFill>
                  <a:schemeClr val="tx1"/>
                </a:solidFill>
              </a:rPr>
              <a:t>Хранение технических параметров БС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>
                <a:solidFill>
                  <a:schemeClr val="tx1"/>
                </a:solidFill>
              </a:rPr>
              <a:t>Расчёт радиуса и диаметра покрытия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>
                <a:solidFill>
                  <a:schemeClr val="tx1"/>
                </a:solidFill>
              </a:rPr>
              <a:t>Проверка показателей </a:t>
            </a:r>
            <a:r>
              <a:rPr lang="ru-RU" sz="1900" dirty="0" err="1">
                <a:solidFill>
                  <a:schemeClr val="tx1"/>
                </a:solidFill>
              </a:rPr>
              <a:t>хэндовера</a:t>
            </a:r>
            <a:endParaRPr lang="ru-RU" sz="19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900" b="1" i="1" dirty="0">
                <a:solidFill>
                  <a:schemeClr val="tx1"/>
                </a:solidFill>
              </a:rPr>
              <a:t>Cluster (Кластер):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sz="1900" dirty="0">
                <a:solidFill>
                  <a:schemeClr val="tx1"/>
                </a:solidFill>
              </a:rPr>
              <a:t>Группировка трёх БС для расчёта </a:t>
            </a:r>
            <a:r>
              <a:rPr lang="ru-RU" sz="1900" dirty="0" err="1">
                <a:solidFill>
                  <a:schemeClr val="tx1"/>
                </a:solidFill>
              </a:rPr>
              <a:t>кластерности</a:t>
            </a:r>
            <a:endParaRPr lang="ru-RU" sz="1900" dirty="0">
              <a:solidFill>
                <a:schemeClr val="tx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1900" dirty="0">
                <a:solidFill>
                  <a:schemeClr val="tx1"/>
                </a:solidFill>
              </a:rPr>
              <a:t>Сортировка диаметров по убыванию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sz="1900" dirty="0">
                <a:solidFill>
                  <a:schemeClr val="tx1"/>
                </a:solidFill>
              </a:rPr>
              <a:t>Расчёт C = D1^(5/2) + D2^(3/2) + D3^(1/2)</a:t>
            </a: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C6870-B5EB-A192-91A7-4D30DFDED646}"/>
              </a:ext>
            </a:extLst>
          </p:cNvPr>
          <p:cNvSpPr txBox="1"/>
          <p:nvPr/>
        </p:nvSpPr>
        <p:spPr>
          <a:xfrm>
            <a:off x="5735054" y="2376698"/>
            <a:ext cx="52979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err="1"/>
              <a:t>BSCalculatorService</a:t>
            </a:r>
            <a:r>
              <a:rPr lang="ru-RU" b="1" i="1" dirty="0"/>
              <a:t> (Сервис расчёта):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Полный алгоритм расчёта по 10 шагам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Поддержка поправки по </a:t>
            </a:r>
            <a:r>
              <a:rPr lang="ru-RU" dirty="0" err="1"/>
              <a:t>хэндоверу</a:t>
            </a:r>
            <a:r>
              <a:rPr lang="ru-RU" dirty="0"/>
              <a:t> (×1.4)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Округление результатов вверх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Диагностика промежуточных значений</a:t>
            </a:r>
          </a:p>
          <a:p>
            <a:endParaRPr lang="ru-RU" dirty="0"/>
          </a:p>
          <a:p>
            <a:r>
              <a:rPr lang="ru-RU" b="1" i="1" dirty="0" err="1"/>
              <a:t>DataValidator</a:t>
            </a:r>
            <a:r>
              <a:rPr lang="ru-RU" b="1" i="1" dirty="0"/>
              <a:t> (Валидатор):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/>
              <a:t>Проверка корректности входных данных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/>
              <a:t>Валидация типов, диапазонов, обязательных полей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/>
              <a:t>Защита от некорректных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8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2ED07-5D86-5E36-2DF3-42009F6A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45" y="636785"/>
            <a:ext cx="8534400" cy="1507067"/>
          </a:xfrm>
        </p:spPr>
        <p:txBody>
          <a:bodyPr/>
          <a:lstStyle/>
          <a:p>
            <a:r>
              <a:rPr lang="ru-RU" dirty="0"/>
              <a:t>Выполненные задачи: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AB77DA-627C-BBC3-4DBE-B6F87B98D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45" y="1640513"/>
            <a:ext cx="8534400" cy="36152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Полностью рабочая система расчёта БС.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 Соответствие всем требованиям технического задания.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 Поддержка всех типов застройки (плотная, средняя, сельская).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 Интеграция показателей качества (</a:t>
            </a:r>
            <a:r>
              <a:rPr lang="ru-RU" b="1" dirty="0" err="1"/>
              <a:t>хэндовер</a:t>
            </a:r>
            <a:r>
              <a:rPr lang="ru-RU" b="1" dirty="0"/>
              <a:t>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 Готовая к использованию в реальных условиях.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866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97929-685D-7625-222A-C0DF68C8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888" y="1131804"/>
            <a:ext cx="6942221" cy="1325563"/>
          </a:xfrm>
        </p:spPr>
        <p:txBody>
          <a:bodyPr/>
          <a:lstStyle/>
          <a:p>
            <a:r>
              <a:rPr lang="ru-RU" dirty="0"/>
              <a:t>Состав команды </a:t>
            </a:r>
            <a:r>
              <a:rPr lang="en-US" dirty="0"/>
              <a:t>“</a:t>
            </a:r>
            <a:r>
              <a:rPr lang="ru-RU" dirty="0"/>
              <a:t>Тромбон</a:t>
            </a:r>
            <a:r>
              <a:rPr lang="en-US" dirty="0"/>
              <a:t>”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8A9E8E-1E4A-62CB-EA0F-5BBEDBEB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666" y="2891590"/>
            <a:ext cx="7872663" cy="2297196"/>
          </a:xfrm>
        </p:spPr>
        <p:txBody>
          <a:bodyPr>
            <a:normAutofit/>
          </a:bodyPr>
          <a:lstStyle/>
          <a:p>
            <a:r>
              <a:rPr lang="ru-RU" b="1" dirty="0"/>
              <a:t>ЭФБО-06-25 Малеев Георгий Дмитриевич .</a:t>
            </a:r>
          </a:p>
          <a:p>
            <a:r>
              <a:rPr lang="ru-RU" b="1" dirty="0"/>
              <a:t>ЭФБО-06-25 Горяинов Александр Евгеньевич.</a:t>
            </a:r>
          </a:p>
          <a:p>
            <a:r>
              <a:rPr lang="ru-RU" b="1" dirty="0"/>
              <a:t>ЭФБО-06-25 </a:t>
            </a:r>
            <a:r>
              <a:rPr lang="ru-RU" b="1" dirty="0" err="1"/>
              <a:t>Бораев</a:t>
            </a:r>
            <a:r>
              <a:rPr lang="ru-RU" b="1" dirty="0"/>
              <a:t> Борис Александрович.</a:t>
            </a:r>
          </a:p>
          <a:p>
            <a:r>
              <a:rPr lang="ru-RU" b="1" dirty="0"/>
              <a:t>ЭФБО-06-25 Дьяков Владислав Николаевич.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4410013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</TotalTime>
  <Words>262</Words>
  <Application>Microsoft Office PowerPoint</Application>
  <PresentationFormat>Широкоэкранный</PresentationFormat>
  <Paragraphs>54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Century Gothic</vt:lpstr>
      <vt:lpstr>Courier New</vt:lpstr>
      <vt:lpstr>Wingdings</vt:lpstr>
      <vt:lpstr>Wingdings 3</vt:lpstr>
      <vt:lpstr>Сектор</vt:lpstr>
      <vt:lpstr>Новогодний хакатон SprintHack.</vt:lpstr>
      <vt:lpstr>Задачи и язык программирования для реализации.</vt:lpstr>
      <vt:lpstr>Реализованные классы:</vt:lpstr>
      <vt:lpstr>Выполненные задачи:</vt:lpstr>
      <vt:lpstr>Состав команды “Тромбон”.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Новогодний хакатон SprintHack.</dc:title>
  <dc:creator>Дьяков Владислав</dc:creator>
  <cp:lastModifiedBy>Георгий Малеев</cp:lastModifiedBy>
  <cp:revision>4</cp:revision>
  <dcterms:created xsi:type="dcterms:W3CDTF">2025-12-24T20:06:14Z</dcterms:created>
  <dcterms:modified xsi:type="dcterms:W3CDTF">2025-12-25T06:11:53Z</dcterms:modified>
</cp:coreProperties>
</file>